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bmp" ContentType="image/bmp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mediumStyle2Accent1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theme" Target="theme/them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tr-TR"/>
              <a:t>Speaker notes for slide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tr-TR"/>
              <a:t>Speaker notes for slide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tr-TR"/>
              <a:t>Speaker notes for slide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tr-TR"/>
              <a:t>Speaker notes for slide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 lang="tr-TR"/>
              <a:t>Speaker notes for slide 5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7ecceb37-6f54-46df-b018-d15422bd35e3"/>
          <p:cNvSpPr/>
          <p:nvPr/>
        </p:nvSpPr>
        <p:spPr>
          <a:xfrm>
            <a:off x="762000" y="635000"/>
            <a:ext cx="10668000" cy="114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lang="tr-TR" sz="3200" b="1">
                <a:latin typeface="Segoe UI"/>
                <a:cs typeface="Segoe UI"/>
              </a:rPr>
              <a:t>Slide 1 title</a:t>
            </a:r>
          </a:p>
        </p:txBody>
      </p:sp>
      <p:sp>
        <p:nvSpPr>
          <p:cNvPr id="3" name="text a01c9f92-d3c3-4aea-856f-d7665ada4148"/>
          <p:cNvSpPr/>
          <p:nvPr/>
        </p:nvSpPr>
        <p:spPr>
          <a:xfrm>
            <a:off x="889000" y="2159000"/>
            <a:ext cx="6350000" cy="3556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First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Second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Third point</a:t>
            </a:r>
          </a:p>
        </p:txBody>
      </p:sp>
      <p:sp>
        <p:nvSpPr>
          <p:cNvPr id="4" name="rect 8227246b-7a5f-4611-a618-015ddd1e4c56"/>
          <p:cNvSpPr/>
          <p:nvPr/>
        </p:nvSpPr>
        <p:spPr>
          <a:xfrm>
            <a:off x="7874000" y="2413000"/>
            <a:ext cx="3302000" cy="2286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/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dc9a74fb-40eb-433c-a9d4-121e11b341c8"/>
          <p:cNvSpPr/>
          <p:nvPr/>
        </p:nvSpPr>
        <p:spPr>
          <a:xfrm>
            <a:off x="762000" y="635000"/>
            <a:ext cx="10668000" cy="114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lang="tr-TR" sz="3200" b="1">
                <a:latin typeface="Segoe UI"/>
                <a:cs typeface="Segoe UI"/>
              </a:rPr>
              <a:t>Slide 2 title</a:t>
            </a:r>
          </a:p>
        </p:txBody>
      </p:sp>
      <p:sp>
        <p:nvSpPr>
          <p:cNvPr id="3" name="text 9b476fa2-1a40-489c-b222-02bbcf55f4b7"/>
          <p:cNvSpPr/>
          <p:nvPr/>
        </p:nvSpPr>
        <p:spPr>
          <a:xfrm>
            <a:off x="889000" y="2159000"/>
            <a:ext cx="6350000" cy="3556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First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Second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Third point</a:t>
            </a:r>
          </a:p>
        </p:txBody>
      </p:sp>
      <p:sp>
        <p:nvSpPr>
          <p:cNvPr id="4" name="ellipse 8e67c37c-af1d-4d90-be59-9ed0e9281a58"/>
          <p:cNvSpPr/>
          <p:nvPr/>
        </p:nvSpPr>
        <p:spPr>
          <a:xfrm>
            <a:off x="7874000" y="2413000"/>
            <a:ext cx="3302000" cy="228600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/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3b34c08a-af6f-49b3-b8f0-26d15e7b6e57"/>
          <p:cNvSpPr/>
          <p:nvPr/>
        </p:nvSpPr>
        <p:spPr>
          <a:xfrm>
            <a:off x="762000" y="635000"/>
            <a:ext cx="10668000" cy="114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lang="tr-TR" sz="3200" b="1">
                <a:latin typeface="Segoe UI"/>
                <a:cs typeface="Segoe UI"/>
              </a:rPr>
              <a:t>Slide 3 title</a:t>
            </a:r>
          </a:p>
        </p:txBody>
      </p:sp>
      <p:sp>
        <p:nvSpPr>
          <p:cNvPr id="3" name="text a4614c5a-53a5-45dd-94bf-eb9e391f0042"/>
          <p:cNvSpPr/>
          <p:nvPr/>
        </p:nvSpPr>
        <p:spPr>
          <a:xfrm>
            <a:off x="889000" y="2159000"/>
            <a:ext cx="6350000" cy="3556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First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Second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Third point</a:t>
            </a:r>
          </a:p>
        </p:txBody>
      </p:sp>
      <p:sp>
        <p:nvSpPr>
          <p:cNvPr id="4" name="rect 88ddde08-1791-41a5-8dd7-1c10344ee7e0"/>
          <p:cNvSpPr/>
          <p:nvPr/>
        </p:nvSpPr>
        <p:spPr>
          <a:xfrm>
            <a:off x="7874000" y="2413000"/>
            <a:ext cx="3302000" cy="2286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/>
        </p:txBody>
      </p:sp>
      <p:pic>
        <p:nvPicPr>
          <p:cNvPr id="5" name="image 9f9acfb4-d408-4758-bdc9-61580048c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0" y="2413000"/>
            <a:ext cx="3302000" cy="1905000"/>
          </a:xfr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880f4d73-274a-434f-898e-1c53661b9a33"/>
          <p:cNvSpPr/>
          <p:nvPr/>
        </p:nvSpPr>
        <p:spPr>
          <a:xfrm>
            <a:off x="762000" y="635000"/>
            <a:ext cx="10668000" cy="114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lang="tr-TR" sz="3200" b="1">
                <a:latin typeface="Segoe UI"/>
                <a:cs typeface="Segoe UI"/>
              </a:rPr>
              <a:t>Slide 4 title</a:t>
            </a:r>
          </a:p>
        </p:txBody>
      </p:sp>
      <p:sp>
        <p:nvSpPr>
          <p:cNvPr id="3" name="text dce880c1-ddfb-4b32-b8ca-a4cb67df89d0"/>
          <p:cNvSpPr/>
          <p:nvPr/>
        </p:nvSpPr>
        <p:spPr>
          <a:xfrm>
            <a:off x="889000" y="2159000"/>
            <a:ext cx="6350000" cy="3556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First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Second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Third point</a:t>
            </a:r>
          </a:p>
        </p:txBody>
      </p:sp>
      <p:sp>
        <p:nvSpPr>
          <p:cNvPr id="4" name="ellipse efb012fb-78e6-4312-9132-5a3a41c498f7"/>
          <p:cNvSpPr/>
          <p:nvPr/>
        </p:nvSpPr>
        <p:spPr>
          <a:xfrm>
            <a:off x="7874000" y="2413000"/>
            <a:ext cx="3302000" cy="2286000"/>
          </a:xfrm>
          <a:prstGeom prst="ellipse">
            <a:avLst/>
          </a:prstGeom>
          <a:solidFill>
            <a:srgbClr val="2563EB"/>
          </a:solidFill>
        </p:spPr>
        <p:txBody>
          <a:bodyPr/>
          <a:lstStyle/>
          <a:p/>
        </p:txBody>
      </p:sp>
      <p:cxnSp>
        <p:nvCxnSpPr>
          <p:cNvPr id="5" name="arrow ce8e75ed-0dde-4bf8-bdb1-32a870986877"/>
          <p:cNvCxnSpPr/>
          <p:nvPr/>
        </p:nvCxnSpPr>
        <p:spPr>
          <a:xfrm>
            <a:off x="1524000" y="5842000"/>
            <a:ext cx="3810000" cy="12700"/>
          </a:xfrm>
          <a:prstGeom prst="line">
            <a:avLst/>
          </a:prstGeom>
          <a:ln w="38100">
            <a:solidFill>
              <a:srgbClr val="DC2626"/>
            </a:solidFill>
            <a:prstDash val="solid"/>
            <a:tailEnd type="triangle"/>
          </a:ln>
        </p:spPr>
      </p:cxn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df0855bb-5265-416a-9227-a963a15e1a1c"/>
          <p:cNvSpPr/>
          <p:nvPr/>
        </p:nvSpPr>
        <p:spPr>
          <a:xfrm>
            <a:off x="762000" y="635000"/>
            <a:ext cx="10668000" cy="114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lang="tr-TR" sz="3200" b="1">
                <a:latin typeface="Segoe UI"/>
                <a:cs typeface="Segoe UI"/>
              </a:rPr>
              <a:t>Slide 5 title</a:t>
            </a:r>
          </a:p>
        </p:txBody>
      </p:sp>
      <p:sp>
        <p:nvSpPr>
          <p:cNvPr id="3" name="text 26fa35c8-dd2b-4e21-9286-c1c09a18587c"/>
          <p:cNvSpPr/>
          <p:nvPr/>
        </p:nvSpPr>
        <p:spPr>
          <a:xfrm>
            <a:off x="889000" y="2159000"/>
            <a:ext cx="6350000" cy="3556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First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Second point</a:t>
            </a:r>
          </a:p>
          <a:p>
            <a:pPr lvl="0" algn="l">
              <a:buChar char="Ã¢â‚¬Â¢"/>
            </a:pPr>
            <a:r>
              <a:rPr lang="tr-TR" sz="2000">
                <a:latin typeface="Segoe UI"/>
                <a:cs typeface="Segoe UI"/>
              </a:rPr>
              <a:t>Third point</a:t>
            </a:r>
          </a:p>
        </p:txBody>
      </p:sp>
      <p:sp>
        <p:nvSpPr>
          <p:cNvPr id="4" name="rect 00f3e77e-67d9-4a3c-a4cd-75810391ea5e"/>
          <p:cNvSpPr/>
          <p:nvPr/>
        </p:nvSpPr>
        <p:spPr>
          <a:xfrm>
            <a:off x="7874000" y="2413000"/>
            <a:ext cx="3302000" cy="2286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/>
        </p:txBody>
      </p:sp>
      <p:graphicFrame>
        <p:nvGraphicFramePr>
          <p:cNvPr id="5" name="table ddc2ec95-2560-4eb5-8284-a8e4c026deec"/>
          <p:cNvGraphicFramePr/>
          <p:nvPr/>
        </p:nvGraphicFramePr>
        <p:xfrm>
          <a:xfrm>
            <a:off x="889000" y="2159000"/>
            <a:ext cx="8890000" cy="2794000"/>
          </a:xfrm>
        </p:xfrm>
        <a:graphic>
          <a:graphicData uri="http://schemas.openxmlformats.org/drawingml/2006/table">
            <a:tbl>
              <a:tblPr firstRow="1" bandRow="1"/>
              <a:tblGrid>
                <a:gridCol w="2963333"/>
                <a:gridCol w="2963333"/>
                <a:gridCol w="2963333"/>
              </a:tblGrid>
              <a:tr h="931333"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</a:tr>
              <a:tr h="931333"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</a:tr>
              <a:tr h="931333"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tr-TR" sz="1200"/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94A3B8"/>
                      </a:solidFill>
                    </a:lnL>
                    <a:lnR w="6350">
                      <a:solidFill>
                        <a:srgbClr val="94A3B8"/>
                      </a:solidFill>
                    </a:lnR>
                    <a:lnT w="6350">
                      <a:solidFill>
                        <a:srgbClr val="94A3B8"/>
                      </a:solidFill>
                    </a:lnT>
                    <a:lnB w="6350">
                      <a:solidFill>
                        <a:srgbClr val="94A3B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Business">
  <a:themeElements>
    <a:clrScheme name="Busines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1D4ED8"/>
      </a:accent1>
      <a:accent2>
        <a:srgbClr val="0E7490"/>
      </a:accent2>
      <a:accent3>
        <a:srgbClr val="B45309"/>
      </a:accent3>
      <a:accent4>
        <a:srgbClr val="15803D"/>
      </a:accent4>
      <a:accent5>
        <a:srgbClr val="7C3AED"/>
      </a:accent5>
      <a:accent6>
        <a:srgbClr val="BE123C"/>
      </a:accent6>
      <a:hlink>
        <a:srgbClr val="1D4ED8"/>
      </a:hlink>
      <a:folHlink>
        <a:srgbClr val="7C3AED"/>
      </a:folHlink>
    </a:clrScheme>
    <a:fontScheme name="Busines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Busines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Office Swiss Army Knife</Application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  <dc:creator/>
</cp:coreProperties>
</file>