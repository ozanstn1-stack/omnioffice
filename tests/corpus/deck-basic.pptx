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bmp" ContentType="image/bmp"/>
  <Default Extension="webp" ContentType="image/webp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mediumStyle2Accent1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7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e19b3a6-a0ab-4a58-b5a2-d2fb28249243"/>
          <p:cNvSpPr/>
          <p:nvPr/>
        </p:nvSpPr>
        <p:spPr>
          <a:xfrm>
            <a:off x="762000" y="3175000"/>
            <a:ext cx="10668000" cy="1524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 algn="l">
              <a:buNone/>
            </a:pPr>
            <a:r>
              <a:rPr sz="4000">
                <a:latin typeface="Segoe UI"/>
                <a:cs typeface="Segoe UI"/>
              </a:rPr>
              <a:t>Temel sunum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8cab0e2c-9976-4f3a-ae6d-e26eb6f6cbdd"/>
          <p:cNvSpPr/>
          <p:nvPr/>
        </p:nvSpPr>
        <p:spPr>
          <a:xfrm>
            <a:off x="762000" y="635000"/>
            <a:ext cx="10668000" cy="1143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 algn="l">
              <a:buNone/>
            </a:pPr>
            <a:r>
              <a:rPr sz="3200">
                <a:latin typeface="Segoe UI"/>
                <a:cs typeface="Segoe UI"/>
              </a:rPr>
              <a:t>Gündem</a:t>
            </a:r>
          </a:p>
        </p:txBody>
      </p:sp>
      <p:sp>
        <p:nvSpPr>
          <p:cNvPr id="3" name="text d6fa2dd7-8557-47cb-9e0b-2d7ec6d98a9c"/>
          <p:cNvSpPr/>
          <p:nvPr/>
        </p:nvSpPr>
        <p:spPr>
          <a:xfrm>
            <a:off x="889000" y="2159000"/>
            <a:ext cx="8890000" cy="254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 algn="l">
              <a:buChar char="•"/>
            </a:pPr>
            <a:r>
              <a:rPr sz="2000">
                <a:latin typeface="Segoe UI"/>
                <a:cs typeface="Segoe UI"/>
              </a:rPr>
              <a:t>Birinci madde</a:t>
            </a:r>
          </a:p>
        </p:txBody>
      </p:sp>
      <p:sp>
        <p:nvSpPr>
          <p:cNvPr id="4" name="text 653b0250-3a44-42d8-8886-7803646c5455"/>
          <p:cNvSpPr/>
          <p:nvPr/>
        </p:nvSpPr>
        <p:spPr>
          <a:xfrm>
            <a:off x="889000" y="2921000"/>
            <a:ext cx="8890000" cy="254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 algn="l">
              <a:buChar char="•"/>
            </a:pPr>
            <a:r>
              <a:rPr sz="2000">
                <a:latin typeface="Segoe UI"/>
                <a:cs typeface="Segoe UI"/>
              </a:rPr>
              <a:t>İkinci madde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Minimal">
      <a:dk1>
        <a:srgbClr val="111827"/>
      </a:dk1>
      <a:lt1>
        <a:srgbClr val="FFFFFF"/>
      </a:lt1>
      <a:dk2>
        <a:srgbClr val="374151"/>
      </a:dk2>
      <a:lt2>
        <a:srgbClr val="F9FAFB"/>
      </a:lt2>
      <a:accent1>
        <a:srgbClr val="2563EB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Minimal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Minimal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OmniOffice</Application>
</Properties>
</file>

<file path=docProps/core.xml><?xml version="1.0" encoding="utf-8"?>
<cp:coreProperties xmlns:cp="http://schemas.openxmlformats.org/package/2006/metadata/core-properties" xmlns:dc="http://purl.org/dc/elements/1.1/">
  <dc:title>Korpus: temel sunum</dc:title>
  <dc:creator/>
</cp:coreProperties>
</file>