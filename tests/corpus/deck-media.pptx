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bmp" ContentType="image/bmp"/>
  <Default Extension="webp" ContentType="image/webp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mediumStyle2Accent1"/>
</file>

<file path=ppt/viewProps.xml><?xml version="1.0" encoding="utf-8"?>
<p:viewPr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 Placeholder"/>
          <p:cNvSpPr/>
          <p:nvPr>
            <p:ph type="body" idx="1"/>
          </p:nvPr>
        </p:nvSpPr>
        <p:spPr/>
        <p:txBody>
          <a:bodyPr/>
          <a:lstStyle/>
          <a:p>
            <a:r>
              <a:rPr/>
              <a:t>Konuşmacı notu: kurgusal.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5aec7e58-7ff4-4a2f-8857-1c920c319629"/>
          <p:cNvSpPr/>
          <p:nvPr/>
        </p:nvSpPr>
        <p:spPr>
          <a:xfrm>
            <a:off x="762000" y="635000"/>
            <a:ext cx="10668000" cy="1143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lvl="0" algn="l">
              <a:buNone/>
            </a:pPr>
            <a:r>
              <a:rPr sz="3200">
                <a:latin typeface="Segoe UI"/>
                <a:cs typeface="Segoe UI"/>
              </a:rPr>
              <a:t>Görsel ve şekil</a:t>
            </a:r>
          </a:p>
        </p:txBody>
      </p:sp>
      <p:pic>
        <p:nvPicPr>
          <p:cNvPr id="3" name="image 293acd5f-9c05-406a-bc60-d6a9d7d7438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00" y="2159000"/>
            <a:ext cx="3302000" cy="1905000"/>
          </a:xfrm>
        </p:spPr>
      </p:pic>
      <p:sp>
        <p:nvSpPr>
          <p:cNvPr id="4" name="rect e12b8c81-cece-4f91-b45a-a6e76921a06a"/>
          <p:cNvSpPr/>
          <p:nvPr/>
        </p:nvSpPr>
        <p:spPr>
          <a:xfrm>
            <a:off x="7874000" y="4318000"/>
            <a:ext cx="3302000" cy="1016000"/>
          </a:xfrm>
          <a:prstGeom prst="rect">
            <a:avLst/>
          </a:prstGeom>
          <a:solidFill>
            <a:srgbClr val="2563EB"/>
          </a:solidFill>
        </p:spPr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Minimal">
      <a:dk1>
        <a:srgbClr val="111827"/>
      </a:dk1>
      <a:lt1>
        <a:srgbClr val="FFFFFF"/>
      </a:lt1>
      <a:dk2>
        <a:srgbClr val="374151"/>
      </a:dk2>
      <a:lt2>
        <a:srgbClr val="F9FAFB"/>
      </a:lt2>
      <a:accent1>
        <a:srgbClr val="2563EB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2563EB"/>
      </a:hlink>
      <a:folHlink>
        <a:srgbClr val="7C3AED"/>
      </a:folHlink>
    </a:clrScheme>
    <a:fontScheme name="Minimal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inimal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OmniOffice</Application>
</Properties>
</file>

<file path=docProps/core.xml><?xml version="1.0" encoding="utf-8"?>
<cp:coreProperties xmlns:cp="http://schemas.openxmlformats.org/package/2006/metadata/core-properties" xmlns:dc="http://purl.org/dc/elements/1.1/">
  <dc:title>Korpus: görselli sunum</dc:title>
  <dc:creator/>
</cp:coreProperties>
</file>