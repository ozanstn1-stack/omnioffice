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bmp" ContentType="image/bmp"/>
  <Default Extension="webp" ContentType="image/webp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mediumStyle2Accent1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c5db1315-8718-4455-a85a-5b7a4e365bf9"/>
          <p:cNvSpPr/>
          <p:nvPr/>
        </p:nvSpPr>
        <p:spPr>
          <a:xfrm>
            <a:off x="762000" y="635000"/>
            <a:ext cx="10668000" cy="114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sz="3200">
                <a:latin typeface="Segoe UI"/>
                <a:cs typeface="Segoe UI"/>
              </a:rPr>
              <a:t>Tablo</a:t>
            </a:r>
          </a:p>
        </p:txBody>
      </p:sp>
      <p:graphicFrame>
        <p:nvGraphicFramePr>
          <p:cNvPr id="3" name="table 3f11bdc0-7eff-41bd-9259-f7ac5647a0dc"/>
          <p:cNvGraphicFramePr/>
          <p:nvPr/>
        </p:nvGraphicFramePr>
        <p:xfrm>
          <a:xfrm>
            <a:off x="889000" y="2159000"/>
            <a:ext cx="8890000" cy="2794000"/>
          </a:xfrm>
        </p:xfrm>
        <a:graphic>
          <a:graphicData uri="http://schemas.openxmlformats.org/drawingml/2006/table">
            <a:tbl>
              <a:tblPr firstRow="1" bandRow="1"/>
              <a:tblGrid>
                <a:gridCol w="2963333"/>
                <a:gridCol w="2963333"/>
                <a:gridCol w="2963333"/>
              </a:tblGrid>
              <a:tr h="931333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</a:tr>
              <a:tr h="931333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</a:tr>
              <a:tr h="931333"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11827"/>
      </a:dk1>
      <a:lt1>
        <a:srgbClr val="FFFFFF"/>
      </a:lt1>
      <a:dk2>
        <a:srgbClr val="374151"/>
      </a:dk2>
      <a:lt2>
        <a:srgbClr val="F9FAFB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inimal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inimal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OmniOffice</Application>
</Properties>
</file>

<file path=docProps/core.xml><?xml version="1.0" encoding="utf-8"?>
<cp:coreProperties xmlns:cp="http://schemas.openxmlformats.org/package/2006/metadata/core-properties" xmlns:dc="http://purl.org/dc/elements/1.1/">
  <dc:title>Korpus: tablolu sunum</dc:title>
  <dc:creator/>
</cp:coreProperties>
</file>